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414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0584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6C63FF"/>
                </a:solidFill>
              </a:rPr>
              <a:t>VISOR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20040" y="1828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AI Integration Audit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2423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</a:rPr>
              <a:t>9 Questions · Full Evidence · Action Plan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2926080"/>
            <a:ext cx="4572000" cy="27432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3154680"/>
            <a:ext cx="128016" cy="12801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31089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Q1  Feature inventory (all flows)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3538728"/>
            <a:ext cx="128016" cy="12801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49300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Q2  Provider / key / model per feature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922776"/>
            <a:ext cx="128016" cy="12801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87705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Q3  Private keys in Flutter binaries?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306824"/>
            <a:ext cx="128016" cy="12801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426110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Q4  Shared quota &amp; billing scope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690872"/>
            <a:ext cx="128016" cy="12801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64515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Q5  Behaviour on 429 / timeout / 5xx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5074920"/>
            <a:ext cx="128016" cy="12801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50292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Q6  Fallback / retry / backoff / user error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5458968"/>
            <a:ext cx="128016" cy="12801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54132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Q7  Cost &amp; token attribution by feature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5843016"/>
            <a:ext cx="128016" cy="12801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57972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Q8  Alerts &amp; spend caps today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6227064"/>
            <a:ext cx="128016" cy="12801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618134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Q9  Launch-safe controls vs Stage 2 Gateway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66"/>
                </a:solidFill>
              </a:rPr>
              <a:t>September 2026  ·  visor-server + visor-client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55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Q1 — FEATURE INVENTORY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1170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Every AI Feature in Visor (All Flows)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1704320" cy="16459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806440" cy="1261872"/>
          </a:xfrm>
          <a:prstGeom prst="roundRect">
            <a:avLst>
              <a:gd name="adj" fmla="val 5072"/>
            </a:avLst>
          </a:prstGeom>
          <a:solidFill>
            <a:srgbClr val="0D0D22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4864" cy="1261872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 Visor AI (Sandow) Chat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52704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Key: GEMINI_API_KEY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7282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Model: gemini-2.5-flash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19293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File: ai_proxy/views.py · SandowAiChatView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7472" y="2112264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1396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User chat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" y="2496312"/>
            <a:ext cx="5806440" cy="1261872"/>
          </a:xfrm>
          <a:prstGeom prst="roundRect">
            <a:avLst>
              <a:gd name="adj" fmla="val 5072"/>
            </a:avLst>
          </a:prstGeom>
          <a:solidFill>
            <a:srgbClr val="0D0D22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496312"/>
            <a:ext cx="54864" cy="1261872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587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AI Plan Generation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28803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Key: GEMINI_API_KEY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" y="30815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Model: gemini-2.5-flash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" y="32826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File: ai_proxy/services.py · GeminiPlanService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7472" y="3465576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4930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Onboarding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2880" y="3849624"/>
            <a:ext cx="5806440" cy="1261872"/>
          </a:xfrm>
          <a:prstGeom prst="roundRect">
            <a:avLst>
              <a:gd name="adj" fmla="val 5072"/>
            </a:avLst>
          </a:prstGeom>
          <a:solidFill>
            <a:srgbClr val="0D0D22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849624"/>
            <a:ext cx="54864" cy="1261872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9410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📸  Food Scanner (Vision)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" y="42336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Key: GEMINI_API_KEY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" y="44348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Model: gemini-2.5-flash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" y="46360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File: ai_proxy/views.py · FoodScanView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47472" y="4818888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Nutrition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82880" y="5202936"/>
            <a:ext cx="5806440" cy="1261872"/>
          </a:xfrm>
          <a:prstGeom prst="roundRect">
            <a:avLst>
              <a:gd name="adj" fmla="val 5072"/>
            </a:avLst>
          </a:prstGeom>
          <a:solidFill>
            <a:srgbClr val="0D0D22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5202936"/>
            <a:ext cx="54864" cy="1261872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5294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🥗  Nutrition Plan Generation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" y="55869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Key: GEMINI_API_KEY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7472" y="57881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Model: gemini-2.5-flash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7472" y="5989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File: recommendations/services.py · NutritionService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47472" y="6172200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61996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Nutrition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172200" y="1143000"/>
            <a:ext cx="5806440" cy="1261872"/>
          </a:xfrm>
          <a:prstGeom prst="roundRect">
            <a:avLst>
              <a:gd name="adj" fmla="val 5072"/>
            </a:avLst>
          </a:prstGeom>
          <a:solidFill>
            <a:srgbClr val="0A1A1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1143000"/>
            <a:ext cx="54864" cy="1261872"/>
          </a:xfrm>
          <a:prstGeom prst="rect">
            <a:avLst/>
          </a:prstGeom>
          <a:solidFill>
            <a:srgbClr val="10A3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🍽️  Meal Images (DALL·E 3)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36792" y="152704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Key: OPEN_AI_NUTRITION_API_KEY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36792" y="17282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Model: dall-e-3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36792" y="19293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File: recommendations/services.py · NutritionService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336792" y="2112264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10A3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21396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Nutrition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72200" y="2496312"/>
            <a:ext cx="5806440" cy="1261872"/>
          </a:xfrm>
          <a:prstGeom prst="roundRect">
            <a:avLst>
              <a:gd name="adj" fmla="val 5072"/>
            </a:avLst>
          </a:prstGeom>
          <a:solidFill>
            <a:srgbClr val="0A1A1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2496312"/>
            <a:ext cx="54864" cy="1261872"/>
          </a:xfrm>
          <a:prstGeom prst="rect">
            <a:avLst/>
          </a:prstGeom>
          <a:solidFill>
            <a:srgbClr val="10A3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36792" y="2587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🏅  Ritual Motivational Msgs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36792" y="28803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Key: OPEN_AI_NUTRITION_API_KEY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36792" y="30815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Model: gpt-4o ⚠️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336792" y="32826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File: rituals/services/gpt_service.py · GPTService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336792" y="3465576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10A3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36792" y="34930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Rituals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172200" y="3849624"/>
            <a:ext cx="5806440" cy="1261872"/>
          </a:xfrm>
          <a:prstGeom prst="roundRect">
            <a:avLst>
              <a:gd name="adj" fmla="val 5072"/>
            </a:avLst>
          </a:prstGeom>
          <a:solidFill>
            <a:srgbClr val="001A1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2200" y="3849624"/>
            <a:ext cx="54864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36792" y="39410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Body Transform / Projection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36792" y="42336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Key: None (internal)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336792" y="44348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Model: GPU Backend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336792" y="46360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File: ai_proxy/views.py + services.py · GPUBackendService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336792" y="4818888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36792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Transform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172200" y="5202936"/>
            <a:ext cx="5806440" cy="1261872"/>
          </a:xfrm>
          <a:prstGeom prst="roundRect">
            <a:avLst>
              <a:gd name="adj" fmla="val 5072"/>
            </a:avLst>
          </a:prstGeom>
          <a:solidFill>
            <a:srgbClr val="0A0A0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72200" y="5202936"/>
            <a:ext cx="54864" cy="1261872"/>
          </a:xfrm>
          <a:prstGeom prst="rect">
            <a:avLst/>
          </a:prstGeom>
          <a:solidFill>
            <a:srgbClr val="555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36792" y="5294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🔐  Auth / Accounts / Support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336792" y="55869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Key: None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336792" y="57881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Model: —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336792" y="5989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File: accounts/services.py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336792" y="6172200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5555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36792" y="61996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Auth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55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Q2 — PROVIDER / KEY /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1170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Which Provider, Key &amp; Service Account Does Each Feature Use?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1704320" cy="16459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97280"/>
            <a:ext cx="197510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1115568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94560" y="1097280"/>
            <a:ext cx="224942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1115568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API Key Variable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480560" y="1097280"/>
            <a:ext cx="115214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1115568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Provider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0" y="1097280"/>
            <a:ext cx="179222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24144" y="111556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Primary Model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98080" y="1097280"/>
            <a:ext cx="188366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2944" y="1115568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Fallback Model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418320" y="1097280"/>
            <a:ext cx="256946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73184" y="1115568"/>
            <a:ext cx="2496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Key Present If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1481328"/>
            <a:ext cx="197510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1499616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💬 Visor AI Chat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94560" y="1481328"/>
            <a:ext cx="224942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8568" y="1499616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3FF"/>
                </a:solidFill>
              </a:rPr>
              <a:t>GEMINI_API_KEY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80560" y="1481328"/>
            <a:ext cx="115214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1499616"/>
            <a:ext cx="1060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Google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69280" y="1481328"/>
            <a:ext cx="179222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33288" y="1499616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gemini-2.5-flash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98080" y="1481328"/>
            <a:ext cx="188366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149961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</a:rPr>
              <a:t>gemini-2.0-flash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418320" y="1481328"/>
            <a:ext cx="256946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82328" y="1499616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Missing → HTTP 503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2011680"/>
            <a:ext cx="197510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" y="202996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📋 AI Plan Generation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0" y="2011680"/>
            <a:ext cx="224942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58568" y="2029968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3FF"/>
                </a:solidFill>
              </a:rPr>
              <a:t>GEMINI_API_KEY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80560" y="2011680"/>
            <a:ext cx="115214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44568" y="2029968"/>
            <a:ext cx="1060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Google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669280" y="2011680"/>
            <a:ext cx="179222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33288" y="20299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gemini-2.5-flash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98080" y="2011680"/>
            <a:ext cx="188366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62088" y="202996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</a:rPr>
              <a:t>gemini-2.0-flash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418320" y="2011680"/>
            <a:ext cx="256946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82328" y="2029968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Missing → ValueError raised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82880" y="2542032"/>
            <a:ext cx="197510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888" y="25603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📸 Food Scanner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194560" y="2542032"/>
            <a:ext cx="224942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58568" y="2560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3FF"/>
                </a:solidFill>
              </a:rPr>
              <a:t>GEMINI_API_KEY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80560" y="2542032"/>
            <a:ext cx="115214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44568" y="2560320"/>
            <a:ext cx="1060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Google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669280" y="2542032"/>
            <a:ext cx="179222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33288" y="256032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gemini-2.5-flash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498080" y="2542032"/>
            <a:ext cx="188366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62088" y="256032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</a:rPr>
              <a:t>gemini-2.0-flash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418320" y="2542032"/>
            <a:ext cx="256946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82328" y="2560320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Missing → HTTP 503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82880" y="3072384"/>
            <a:ext cx="197510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6888" y="3090672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🥗 Nutrition Plan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194560" y="3072384"/>
            <a:ext cx="224942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58568" y="3090672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3FF"/>
                </a:solidFill>
              </a:rPr>
              <a:t>GEMINI_API_KEY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480560" y="3072384"/>
            <a:ext cx="115214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44568" y="3090672"/>
            <a:ext cx="1060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Google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669280" y="3072384"/>
            <a:ext cx="179222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33288" y="3090672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gemini-2.5-flash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498080" y="3072384"/>
            <a:ext cx="188366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62088" y="3090672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</a:rPr>
              <a:t>gemini-2.0-flash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418320" y="3072384"/>
            <a:ext cx="256946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82328" y="3090672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Missing → error dict returned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82880" y="3602736"/>
            <a:ext cx="197510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6888" y="3621024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🍽️ Meal Images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194560" y="3602736"/>
            <a:ext cx="224942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58568" y="3621024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A37F"/>
                </a:solidFill>
              </a:rPr>
              <a:t>OPEN_AI_NUTRITION_API_KEY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480560" y="3602736"/>
            <a:ext cx="115214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44568" y="3621024"/>
            <a:ext cx="1060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OpenAI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669280" y="3602736"/>
            <a:ext cx="179222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33288" y="3621024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dall-e-3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498080" y="3602736"/>
            <a:ext cx="188366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62088" y="3621024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None (soft: null URL)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418320" y="3602736"/>
            <a:ext cx="256946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482328" y="3621024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Missing → image_url=null gracefully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82880" y="4133088"/>
            <a:ext cx="197510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46888" y="4151376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🏅 Motivational Msgs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194560" y="4133088"/>
            <a:ext cx="224942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58568" y="4151376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A37F"/>
                </a:solidFill>
              </a:rPr>
              <a:t>OPEN_AI_NUTRITION_API_KEY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480560" y="4133088"/>
            <a:ext cx="115214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44568" y="4151376"/>
            <a:ext cx="1060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OpenAI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669280" y="4133088"/>
            <a:ext cx="179222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33288" y="4151376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4F"/>
                </a:solidFill>
              </a:rPr>
              <a:t>gpt-4o  ⚠️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498080" y="4133088"/>
            <a:ext cx="188366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562088" y="415137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None (hardcoded strings)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9418320" y="4133088"/>
            <a:ext cx="2569464" cy="502920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482328" y="4151376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Missing → FALLBACK_MESSAGES dict ✅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82880" y="4663440"/>
            <a:ext cx="197510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46888" y="468172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⚡ Transform/Projections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194560" y="4663440"/>
            <a:ext cx="224942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258568" y="4681728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66"/>
                </a:solidFill>
              </a:rPr>
              <a:t>None — internal service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480560" y="4663440"/>
            <a:ext cx="115214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544568" y="4681728"/>
            <a:ext cx="1060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GPU (Azure)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669280" y="4663440"/>
            <a:ext cx="179222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733288" y="468172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</a:rPr>
              <a:t>GPU Backend /transform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498080" y="4663440"/>
            <a:ext cx="188366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562088" y="468172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</a:rPr>
              <a:t>3 retries (safety blocks)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9418320" y="4663440"/>
            <a:ext cx="2569464" cy="502920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482328" y="4681728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Semaphore queue → 503 if full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82880" y="5029200"/>
            <a:ext cx="11704320" cy="1371600"/>
          </a:xfrm>
          <a:prstGeom prst="roundRect">
            <a:avLst>
              <a:gd name="adj" fmla="val 4667"/>
            </a:avLst>
          </a:prstGeom>
          <a:solidFill>
            <a:srgbClr val="1A0A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82880" y="5029200"/>
            <a:ext cx="54864" cy="1371600"/>
          </a:xfrm>
          <a:prstGeom prst="rect">
            <a:avLst/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65760" y="510235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AD14"/>
                </a:solidFill>
              </a:rPr>
              <a:t>⚠️  Key Naming Issue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365760" y="539496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OPEN_AI_NUTRITION_API_KEY is used by BOTH DALL·E image generation AND GPT motivational messages — the name is misleading.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Any key rotation or budget change affects BOTH features simultaneously. Consider separate keys per use.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365760" y="59436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99"/>
                </a:solidFill>
              </a:rPr>
              <a:t>No service accounts, no per-feature project isolation — all Gemini features run under one Google Cloud project.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55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Q3 — PRIVATE KEYS IN FLUTTER BINARIES?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1170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Security Scan: Keys in Flutter / Release Binaries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1704320" cy="16459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97280"/>
            <a:ext cx="11704320" cy="1691640"/>
          </a:xfrm>
          <a:prstGeom prst="roundRect">
            <a:avLst>
              <a:gd name="adj" fmla="val 3784"/>
            </a:avLst>
          </a:prstGeom>
          <a:solidFill>
            <a:srgbClr val="2000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97280"/>
            <a:ext cx="54864" cy="1691640"/>
          </a:xfrm>
          <a:prstGeom prst="rect">
            <a:avLst/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4F"/>
                </a:solidFill>
              </a:rPr>
              <a:t>🔴  IMMEDIATE ACTION REQUIRED — Hardcoded API Key Found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517904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File:  lib/config/auth_config.dart  ·  Line 186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D4F"/>
                </a:solidFill>
              </a:rPr>
              <a:t>static const String exerciseDbApiKey = '7b45951f6cmshafe8eddc1c665b6p188d60jsn0c03c596d37a';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This is a live RapidAPI key for ExerciseDB (animated exercise GIFs). It is compiled into the release APK/IPA binary and can be extracted by decompiling. Anyone with the app file can steal your quota/billing.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971800"/>
            <a:ext cx="5486400" cy="2331720"/>
          </a:xfrm>
          <a:prstGeom prst="roundRect">
            <a:avLst>
              <a:gd name="adj" fmla="val 2745"/>
            </a:avLst>
          </a:prstGeom>
          <a:solidFill>
            <a:srgbClr val="001A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971800"/>
            <a:ext cx="54864" cy="2331720"/>
          </a:xfrm>
          <a:prstGeom prst="rect">
            <a:avLst/>
          </a:prstGeom>
          <a:solidFill>
            <a:srgbClr val="52C4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4495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41A"/>
                </a:solidFill>
              </a:rPr>
              <a:t>✅  No Gemini or OpenAI Keys in Flutter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364992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No </a:t>
            </a:r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AIza…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 Gemini generative AI keys found
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No </a:t>
            </a:r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sk-…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 OpenAI keys found
</a:t>
            </a:r>
            <a:pPr indent="0" marL="0">
              <a:buNone/>
            </a:pPr>
            <a:r>
              <a:rPr lang="en-US" sz="950" dirty="0">
                <a:solidFill>
                  <a:srgbClr val="52C41A"/>
                </a:solidFill>
              </a:rPr>
              <a:t>All AI calls proxied through Django backend ✅
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No direct calls to generativelanguage.googleapis.com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or api.openai.com from Flutter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2971800"/>
            <a:ext cx="6035040" cy="2331720"/>
          </a:xfrm>
          <a:prstGeom prst="roundRect">
            <a:avLst>
              <a:gd name="adj" fmla="val 2745"/>
            </a:avLst>
          </a:prstGeom>
          <a:solidFill>
            <a:srgbClr val="0A0A1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971800"/>
            <a:ext cx="54864" cy="2331720"/>
          </a:xfrm>
          <a:prstGeom prst="rect">
            <a:avLst/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04495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AD14"/>
                </a:solidFill>
              </a:rPr>
              <a:t>🟡  Firebase Keys (Expected — Not a Risk)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364992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firebase_options.dart + google-services.json contain AIza… Firebase project identifiers. These are public-facing client config (like a username, not a password). Security is enforced by Firebase Security Rules + API key restrictions in Google Cloud Console.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Note: Android entry references visor-fitness-app, google-services.json references visor-fitness-live — confirm this is intentional.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5440680"/>
            <a:ext cx="11704320" cy="1188720"/>
          </a:xfrm>
          <a:prstGeom prst="roundRect">
            <a:avLst>
              <a:gd name="adj" fmla="val 5385"/>
            </a:avLst>
          </a:prstGeom>
          <a:solidFill>
            <a:srgbClr val="1A0A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5440680"/>
            <a:ext cx="54864" cy="1188720"/>
          </a:xfrm>
          <a:prstGeom prst="rect">
            <a:avLst/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5513832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AD14"/>
                </a:solidFill>
              </a:rPr>
              <a:t>Fix: 2 Steps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580644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Step 1 → Rotate the RapidAPI ExerciseDB key NOW at rapidapi.com (assume compromised).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Step 2 → Replace hardcoded value with:  static const String exerciseDbApiKey = String.fromEnvironment('EXERCISE_DB_API_KEY', defaultValue:'');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6382512"/>
            <a:ext cx="11338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Pass at build time via: flutter build --dart-define=EXERCISE_DB_API_KEY=&lt;value&gt;  (inject from CI secrets)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55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Q4 — RATE / QUOTA / BILLING SCOPE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1170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What Rate &amp; Billing Scope Is Shared Across Features?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1704320" cy="16459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669280" cy="5029200"/>
          </a:xfrm>
          <a:prstGeom prst="roundRect">
            <a:avLst>
              <a:gd name="adj" fmla="val 1273"/>
            </a:avLst>
          </a:prstGeom>
          <a:solidFill>
            <a:srgbClr val="0D0D22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4864" cy="50292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</a:rPr>
              <a:t>GEMINI_API_KEY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99"/>
                </a:solidFill>
              </a:rPr>
              <a:t>Single Google Cloud project → single quota bucket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5212080" cy="749808"/>
          </a:xfrm>
          <a:prstGeom prst="roundRect">
            <a:avLst>
              <a:gd name="adj" fmla="val 8537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7510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Visor AI Chat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2402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Shares: RPM · TPM · Daily quota · Billing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2788920"/>
            <a:ext cx="5212080" cy="749808"/>
          </a:xfrm>
          <a:prstGeom prst="roundRect">
            <a:avLst>
              <a:gd name="adj" fmla="val 8537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4378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AI Plan Generation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10896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Shares: RPM · TPM · Daily quota · Billing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3657600"/>
            <a:ext cx="5212080" cy="749808"/>
          </a:xfrm>
          <a:prstGeom prst="roundRect">
            <a:avLst>
              <a:gd name="adj" fmla="val 8537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71246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📸 Food Scanner (Vision)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97764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Shares: RPM · TPM · Daily quota · Billing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4526280"/>
            <a:ext cx="5212080" cy="749808"/>
          </a:xfrm>
          <a:prstGeom prst="roundRect">
            <a:avLst>
              <a:gd name="adj" fmla="val 8537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58114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🥗 Nutrition Plan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484632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Shares: RPM · TPM · Daily quota · Billing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54406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AAD14"/>
                </a:solidFill>
              </a:rPr>
              <a:t>⚠️  One spike in any feature can exhaust quota for all others.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AD14"/>
                </a:solidFill>
              </a:rPr>
              <a:t>4 concurrent plan generations could hit Gemini's concurrency limit simultaneously.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5040" y="1143000"/>
            <a:ext cx="5943600" cy="3657600"/>
          </a:xfrm>
          <a:prstGeom prst="roundRect">
            <a:avLst>
              <a:gd name="adj" fmla="val 1750"/>
            </a:avLst>
          </a:prstGeom>
          <a:solidFill>
            <a:srgbClr val="0A1A0F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143000"/>
            <a:ext cx="54864" cy="3657600"/>
          </a:xfrm>
          <a:prstGeom prst="rect">
            <a:avLst/>
          </a:prstGeom>
          <a:solidFill>
            <a:srgbClr val="10A3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18872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A37F"/>
                </a:solidFill>
              </a:rPr>
              <a:t>OPEN_AI_NUTRITION_API_KEY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157276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99"/>
                </a:solidFill>
              </a:rPr>
              <a:t>Single OpenAI org → shared TPM / RPM / $ spend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192024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197510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🍽️ Meal Images (DALL·E 3)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224942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Images: $0.04/req   (generation count)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263640" y="301752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307238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🏅 Motivational Messages (gpt-4o ⚠️)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19088" y="334670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Tokens: shared TPM with DALL·E calls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0" y="416052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AAD14"/>
                </a:solidFill>
              </a:rPr>
              <a:t>Key name "NUTRITION" is misleading — GPT ritual service also uses it.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AAD14"/>
                </a:solidFill>
              </a:rPr>
              <a:t>A rate-limit on DALL·E spikes affects GPT message generation too.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35040" y="4937760"/>
            <a:ext cx="5943600" cy="1097280"/>
          </a:xfrm>
          <a:prstGeom prst="roundRect">
            <a:avLst>
              <a:gd name="adj" fmla="val 5833"/>
            </a:avLst>
          </a:prstGeom>
          <a:solidFill>
            <a:srgbClr val="001A1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4937760"/>
            <a:ext cx="54864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501091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⚡ GPU Backend — No AI API Key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532180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Transform + Projections use internal Azure Container App.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Concurrency limited by Semaphore(3) — not shared with LLM quota.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6327648"/>
            <a:ext cx="11704320" cy="384048"/>
          </a:xfrm>
          <a:prstGeom prst="roundRect">
            <a:avLst>
              <a:gd name="adj" fmla="val 16667"/>
            </a:avLst>
          </a:prstGeom>
          <a:solidFill>
            <a:srgbClr val="1A10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6364224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AD14"/>
                </a:solidFill>
              </a:rPr>
              <a:t>🎯  No per-feature quota separation exists today.  A single misbehaving feature can starve all other AI features simultaneously.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55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Q5 — 429 / TIMEOUT / 5XX / QUOTA EXHAUSTION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1170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What Happens on Each Error Type Today?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1704320" cy="16459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188366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1161288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03120" y="1143000"/>
            <a:ext cx="229514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57984" y="1161288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429 / Quota Exhausted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211226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1161288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Timeout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0" y="1143000"/>
            <a:ext cx="211226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8544" y="1161288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Provider 5xx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732520" y="1143000"/>
            <a:ext cx="334670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87384" y="1161288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 Seen by User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1527048"/>
            <a:ext cx="188366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1545336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💬 AI Chat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1527048"/>
            <a:ext cx="229514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67128" y="1545336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Caught by bare except → tries fallback model → HTTP 502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434840" y="1527048"/>
            <a:ext cx="211226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8848" y="1545336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Not caught specifically → bare except → HTTP 502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583680" y="1527048"/>
            <a:ext cx="211226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1545336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Same as 429 → HTTP 502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732520" y="1527048"/>
            <a:ext cx="334670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96528" y="1545336"/>
            <a:ext cx="32552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"AI service error, please try again"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82880" y="2130552"/>
            <a:ext cx="188366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" y="2148840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📋 Plan Gen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103120" y="2130552"/>
            <a:ext cx="229514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67128" y="2148840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Bare except → tries fallback model → re-raises → HTTP 500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434840" y="2130552"/>
            <a:ext cx="211226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8848" y="2148840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Bare except → re-raises → HTTP 500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83680" y="2130552"/>
            <a:ext cx="211226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47688" y="2148840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Same path → HTTP 500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732520" y="2130552"/>
            <a:ext cx="334670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96528" y="2148840"/>
            <a:ext cx="32552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Raw Python exception string exposed to client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2880" y="2734056"/>
            <a:ext cx="188366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" y="2752344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📸 Food Scan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03120" y="2734056"/>
            <a:ext cx="229514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67128" y="2752344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Bare except → tries gemini-2.0-flash → HTTP 503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434840" y="2734056"/>
            <a:ext cx="211226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98848" y="2752344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Bare except → HTTP 503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83680" y="2734056"/>
            <a:ext cx="211226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47688" y="2752344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Same → HTTP 503 with raw error string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732520" y="2734056"/>
            <a:ext cx="334670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96528" y="2752344"/>
            <a:ext cx="32552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"Food scan unavailable: &lt;raw error text&gt;"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82880" y="3337560"/>
            <a:ext cx="188366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" y="3355848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🥗 Nutrition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103120" y="3337560"/>
            <a:ext cx="229514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67128" y="3355848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Bare except → tries fallback model → error dict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434840" y="3337560"/>
            <a:ext cx="211226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98848" y="3355848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Bare except → error dict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583680" y="3337560"/>
            <a:ext cx="211226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47688" y="3355848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Same → error dict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732520" y="3337560"/>
            <a:ext cx="334670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96528" y="3355848"/>
            <a:ext cx="32552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{success:false, error:"AI service error: ..."}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82880" y="3941064"/>
            <a:ext cx="188366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6888" y="3959352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🍽️ Meal Images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103120" y="3941064"/>
            <a:ext cx="229514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67128" y="3959352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RateLimitError not caught → image_url=null per meal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434840" y="3941064"/>
            <a:ext cx="211226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98848" y="3959352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Not caught → image_url=null, continues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583680" y="3941064"/>
            <a:ext cx="211226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47688" y="3959352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Same → null image, meal still returned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732520" y="3941064"/>
            <a:ext cx="334670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796528" y="3959352"/>
            <a:ext cx="32552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Meal cards shown without images (silent fallback)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82880" y="4544568"/>
            <a:ext cx="188366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6888" y="4562856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🏅 Motivations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103120" y="4544568"/>
            <a:ext cx="229514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67128" y="4562856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Not caught → falls back to FALLBACK_MESSAGES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434840" y="4544568"/>
            <a:ext cx="211226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98848" y="4562856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Bare except → FALLBACK_MESSAGES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583680" y="4544568"/>
            <a:ext cx="211226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47688" y="4562856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Same → FALLBACK_MESSAGES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732520" y="4544568"/>
            <a:ext cx="3346704" cy="576072"/>
          </a:xfrm>
          <a:prstGeom prst="rect">
            <a:avLst/>
          </a:prstGeom>
          <a:solidFill>
            <a:srgbClr val="141428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96528" y="4562856"/>
            <a:ext cx="32552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Hardcoded motivational string shown silently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82880" y="5148072"/>
            <a:ext cx="188366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46888" y="5166360"/>
            <a:ext cx="1792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⚡ Transform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103120" y="5148072"/>
            <a:ext cx="229514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67128" y="5166360"/>
            <a:ext cx="2203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4F"/>
                </a:solidFill>
              </a:rPr>
              <a:t>HTTPStatusError caught → error dict (no retry)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434840" y="5148072"/>
            <a:ext cx="211226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498848" y="5166360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httpx.TimeoutException caught → error dict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583680" y="5148072"/>
            <a:ext cx="211226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47688" y="5166360"/>
            <a:ext cx="2020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HTTPStatusError caught → raw GPU text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732520" y="5148072"/>
            <a:ext cx="3346704" cy="576072"/>
          </a:xfrm>
          <a:prstGeom prst="rect">
            <a:avLst/>
          </a:prstGeom>
          <a:solidFill>
            <a:srgbClr val="1A1A34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796528" y="5166360"/>
            <a:ext cx="32552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"Server busy" or raw GPU error; 3 retries safety only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82880" y="5742432"/>
            <a:ext cx="11704320" cy="896112"/>
          </a:xfrm>
          <a:prstGeom prst="roundRect">
            <a:avLst>
              <a:gd name="adj" fmla="val 7143"/>
            </a:avLst>
          </a:prstGeom>
          <a:solidFill>
            <a:srgbClr val="1A00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82880" y="5742432"/>
            <a:ext cx="54864" cy="896112"/>
          </a:xfrm>
          <a:prstGeom prst="rect">
            <a:avLst/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5760" y="5797296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4F"/>
                </a:solidFill>
              </a:rPr>
              <a:t>Critical Gap: No 429 / RateLimitError handler exists in any AI service.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365760" y="6071616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When Gemini returns HTTP 429 (quota exhausted), it hits a bare except → no wait, no backoff, immediate fail → user gets generic error.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Plan generation exposes raw Python exceptions to the Flutter client (information leak + poor UX).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55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Q6 — FALLBACK / RETRY / BACKOFF / QUEUE / USER ERROR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1170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Is There a Compatible Fallback, Retry, Backoff or Queue?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1704320" cy="16459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11704320" cy="713232"/>
          </a:xfrm>
          <a:prstGeom prst="roundRect">
            <a:avLst>
              <a:gd name="adj" fmla="val 8974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4864" cy="713232"/>
          </a:xfrm>
          <a:prstGeom prst="rect">
            <a:avLst/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07008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PARTIAL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00200" y="1188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Model-level fallback (try next model)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66360" y="1179576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✅ All 4 Gemini features: tries gemini-2.0-flash on any exception.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✅ Nutrition: same pattern.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❌ OpenAI GPT/DALL·E: no model fallback — single model, single call.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82880" y="1911096"/>
            <a:ext cx="11704320" cy="713232"/>
          </a:xfrm>
          <a:prstGeom prst="roundRect">
            <a:avLst>
              <a:gd name="adj" fmla="val 8974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911096"/>
            <a:ext cx="54864" cy="713232"/>
          </a:xfrm>
          <a:prstGeom prst="rect">
            <a:avLst/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75104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025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MISSING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600200" y="195681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Provider-level fallback (switch to different provider)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1947672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❌ No provider fallback anywhere. If Gemini API is down, all 4 Gemini features fail simultaneously.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❌ No Claude / Groq / OpenAI fallback for Gemini features.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182880" y="2679192"/>
            <a:ext cx="11704320" cy="713232"/>
          </a:xfrm>
          <a:prstGeom prst="roundRect">
            <a:avLst>
              <a:gd name="adj" fmla="val 8974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2679192"/>
            <a:ext cx="54864" cy="713232"/>
          </a:xfrm>
          <a:prstGeom prst="rect">
            <a:avLst/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4320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706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MISSING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600200" y="27249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Retry with exponential backoff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66360" y="2715768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❌ No exponential backoff anywhere in the codebase.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GPU Transform: has 3 retries with linear sleep(1.5*n) but only for content-safety blocks, not HTTP errors.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All LLM services: zero retry.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82880" y="3447288"/>
            <a:ext cx="11704320" cy="713232"/>
          </a:xfrm>
          <a:prstGeom prst="roundRect">
            <a:avLst>
              <a:gd name="adj" fmla="val 8974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447288"/>
            <a:ext cx="54864" cy="713232"/>
          </a:xfrm>
          <a:prstGeom prst="rect">
            <a:avLst/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11296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387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MISSING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00200" y="34930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Task queue / async deferral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3483864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❌ No Celery, RQ, Dramatiq, or Huey in requirements.txt.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All AI calls are synchronous and block the HTTP request thread.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Plan generation (heavy, multi-second) holds a Django worker thread for its full duration.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82880" y="4215384"/>
            <a:ext cx="11704320" cy="713232"/>
          </a:xfrm>
          <a:prstGeom prst="roundRect">
            <a:avLst>
              <a:gd name="adj" fmla="val 8974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215384"/>
            <a:ext cx="54864" cy="713232"/>
          </a:xfrm>
          <a:prstGeom prst="rect">
            <a:avLst/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279392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3068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PARTIAL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600200" y="426110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Concurrency limiter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66360" y="4251960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✅ GPU Backend: threading.Semaphore(3) limits concurrent transform requests.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❌ Gemini / OpenAI: no concurrency limit — N simultaneous users can each fire N concurrent Gemini calls.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182880" y="4983480"/>
            <a:ext cx="11704320" cy="713232"/>
          </a:xfrm>
          <a:prstGeom prst="roundRect">
            <a:avLst>
              <a:gd name="adj" fmla="val 8974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" y="4983480"/>
            <a:ext cx="54864" cy="713232"/>
          </a:xfrm>
          <a:prstGeom prst="rect">
            <a:avLst/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5047488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50749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PARTIAL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600200" y="50292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Clear user-facing error messages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66360" y="5020056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✅ Chat: generic "AI service error, please try again" (acceptable).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✅ Motivations: silent hardcoded fallback (best practice).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❌ Plan/Food Scan: raw Python exception strings exposed to Flutter client.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❌ No actionable guidance to user on quota / retry.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182880" y="5751576"/>
            <a:ext cx="11704320" cy="713232"/>
          </a:xfrm>
          <a:prstGeom prst="roundRect">
            <a:avLst>
              <a:gd name="adj" fmla="val 8974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" y="5751576"/>
            <a:ext cx="54864" cy="713232"/>
          </a:xfrm>
          <a:prstGeom prst="rect">
            <a:avLst/>
          </a:prstGeom>
          <a:solidFill>
            <a:srgbClr val="52C4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5815584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52C4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584301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GOOD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600200" y="57972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Hardcoded content fallback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66360" y="5788152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✅ GPTService.FALLBACK_MESSAGES: 5 streak-tier buckets with 3 messages each.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✅ GPU Transform: 3 retry attempts before failing.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❌ No hardcoded fallback for chat, plan, food scan, nutrition.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55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Q7 — COST &amp; TOKEN ATTRIBUTION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1170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How Can Usage / Tokens / Cost Be Attributed by Feature?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1704320" cy="16459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669280" cy="5120640"/>
          </a:xfrm>
          <a:prstGeom prst="roundRect">
            <a:avLst>
              <a:gd name="adj" fmla="val 1250"/>
            </a:avLst>
          </a:prstGeom>
          <a:solidFill>
            <a:srgbClr val="1A00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4864" cy="5120640"/>
          </a:xfrm>
          <a:prstGeom prst="rect">
            <a:avLst/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4F"/>
                </a:solidFill>
              </a:rPr>
              <a:t>What Exists Today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4F"/>
                </a:solidFill>
              </a:rPr>
              <a:t>❌  Token logging: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14600" y="15727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None. response.usage never read in any service.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0482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4F"/>
                </a:solidFill>
              </a:rPr>
              <a:t>❌  Cost logging: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14600" y="204825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None. No cost_usd field in any model.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237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4F"/>
                </a:solidFill>
              </a:rPr>
              <a:t>❌  Feature tagging: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14600" y="252374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None. No feature_name in any log or DB record.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9992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4F"/>
                </a:solidFill>
              </a:rPr>
              <a:t>❌  AIUsageRecord model: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14600" y="299923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Only tracks image-transformation quota (user-facing). No LLM fields: model_name, prompt_tokens, completion_tokens, cost_usd.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4747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4F"/>
                </a:solidFill>
              </a:rPr>
              <a:t>❌  AIGeneratedPlan model: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14600" y="34747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Stores plan JSON + profile hash. No token or cost fields.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39502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4F"/>
                </a:solidFill>
              </a:rPr>
              <a:t>❌  Chat call logging: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14600" y="395020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None. No DB record for any chat exchange.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44256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4F"/>
                </a:solidFill>
              </a:rPr>
              <a:t>❌  Food scan logging: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442569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None. Logger.info only — no persistent record.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49011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4F"/>
                </a:solidFill>
              </a:rPr>
              <a:t>❌  Provider dashboard: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490118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Google Cloud Console + OpenAI dashboard show aggregate cost only — not per feature.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35040" y="1143000"/>
            <a:ext cx="5943600" cy="5120640"/>
          </a:xfrm>
          <a:prstGeom prst="roundRect">
            <a:avLst>
              <a:gd name="adj" fmla="val 1250"/>
            </a:avLst>
          </a:prstGeom>
          <a:solidFill>
            <a:srgbClr val="001A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143000"/>
            <a:ext cx="54864" cy="5120640"/>
          </a:xfrm>
          <a:prstGeom prst="rect">
            <a:avLst/>
          </a:prstGeom>
          <a:solidFill>
            <a:srgbClr val="52C4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20700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C41A"/>
                </a:solidFill>
              </a:rPr>
              <a:t>Minimum Needed for Attribution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157276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C41A"/>
                </a:solidFill>
              </a:rPr>
              <a:t>→  Log feature + model per call: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0" y="18288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Add: feature_name, model, prompt_tokens, completion_tokens, latency_ms to each AI call.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17920" y="223113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C41A"/>
                </a:solidFill>
              </a:rPr>
              <a:t>→  Read response.usage: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0" y="24871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Gemini: response.usage_metadata. OpenAI: response.usage. Already available — just not being read.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0" y="2889504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C41A"/>
                </a:solidFill>
              </a:rPr>
              <a:t>→  Extend AIUsageRecord OR create AICallLog: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17920" y="314553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New model: user_id, feature, provider, model, prompt_tokens, output_tokens, cost_usd, latency_ms, timestamp, success.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0" y="354787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C41A"/>
                </a:solidFill>
              </a:rPr>
              <a:t>→  Structured logging (JSON):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17920" y="380390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Log per-call JSON to stdout → Azure Log Analytics / Application Insights for cost queries.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17920" y="420624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C41A"/>
                </a:solidFill>
              </a:rPr>
              <a:t>→  Provider budget alerts: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17920" y="44622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Google Cloud: set billing budget alert at $X. OpenAI: set usage limit in dashboard. Both take &lt; 5 min.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17920" y="486460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2C41A"/>
                </a:solidFill>
              </a:rPr>
              <a:t>→  AI observability platform (Stage 2):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17920" y="5120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Helicone, Portkey, or LangSmith: drop-in proxy that auto-captures tokens, cost, latency per feature with zero code change.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2880" y="6400800"/>
            <a:ext cx="11704320" cy="347472"/>
          </a:xfrm>
          <a:prstGeom prst="roundRect">
            <a:avLst>
              <a:gd name="adj" fmla="val 18421"/>
            </a:avLst>
          </a:prstGeom>
          <a:solidFill>
            <a:srgbClr val="0A0A0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6428232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AD14"/>
                </a:solidFill>
              </a:rPr>
              <a:t>🎯  Cost is currently unattributable. The only way to know what Gemini / OpenAI are spending per feature is to add logging to the service layer — a 2-hour task.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55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Q8 — PROVIDER ALERTS &amp; SPEND CAPS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1170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What Alerts &amp; Spend Caps Exist in VISOR Today?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1704320" cy="16459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669280" cy="4023360"/>
          </a:xfrm>
          <a:prstGeom prst="roundRect">
            <a:avLst>
              <a:gd name="adj" fmla="val 1591"/>
            </a:avLst>
          </a:prstGeom>
          <a:solidFill>
            <a:srgbClr val="1A00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4864" cy="4023360"/>
          </a:xfrm>
          <a:prstGeom prst="rect">
            <a:avLst/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4F"/>
                </a:solidFill>
              </a:rPr>
              <a:t>What Exists In-Code Today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AD14"/>
                </a:solidFill>
              </a:rPr>
              <a:t>🟡  Sentry (exceptions only)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81965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config/settings.py: SENTRY_DSN configured, traces_sample_rate=0.5. Captures unhandled exceptions. Does NOT fire on API cost, quota, or rate limits — AI errors are caught locally.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207568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AD14"/>
                </a:solidFill>
              </a:rPr>
              <a:t>🟡  RevenueCat webhook (inbound)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29514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subscriptions/views.py: inbound subscription lifecycle events from RevenueCat (purchase, renewal, cancel). Not related to AI spend.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25511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AD14"/>
                </a:solidFill>
              </a:rPr>
              <a:t>🟡  Stripe webhook (inbound)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77063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subscriptions/stripe_service.py: inbound payment events. Not AI spend alerts.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5760" y="3026664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AD14"/>
                </a:solidFill>
              </a:rPr>
              <a:t>🟡  User quota (app-level)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24612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UserAIQuota + AIUsageRecord: tracks image transformation slots per user. Not an AI API cost guard — it's a user entitlement system.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" y="350215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4F"/>
                </a:solidFill>
              </a:rPr>
              <a:t>❌  Budget cap (Google Cloud)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72160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No budget alert configured in-code. No check against a cost ceiling before making Gemini calls.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" y="397764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4F"/>
                </a:solidFill>
              </a:rPr>
              <a:t>❌  Spend limit (OpenAI)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19709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No OpenAI usage limit set via API or referenced in code. No check against billing threshold.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5760" y="445312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4F"/>
                </a:solidFill>
              </a:rPr>
              <a:t>❌  AI-specific alerting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67258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No Slack, email, or webhook fires when Gemini / OpenAI spend exceeds threshold. No middleware or Django signal monitors AI API cost.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035040" y="1143000"/>
            <a:ext cx="5943600" cy="4023360"/>
          </a:xfrm>
          <a:prstGeom prst="roundRect">
            <a:avLst>
              <a:gd name="adj" fmla="val 1591"/>
            </a:avLst>
          </a:prstGeom>
          <a:solidFill>
            <a:srgbClr val="001A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143000"/>
            <a:ext cx="54864" cy="4023360"/>
          </a:xfrm>
          <a:prstGeom prst="rect">
            <a:avLst/>
          </a:prstGeom>
          <a:solidFill>
            <a:srgbClr val="52C4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1887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C41A"/>
                </a:solidFill>
              </a:rPr>
              <a:t>Minimum Controls to Add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1572768"/>
            <a:ext cx="5623560" cy="502920"/>
          </a:xfrm>
          <a:prstGeom prst="roundRect">
            <a:avLst>
              <a:gd name="adj" fmla="val 12727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1609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41A"/>
                </a:solidFill>
              </a:rPr>
              <a:t>→ Google Cloud Billing Budget Alert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058400" y="1609344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0" y="163677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~5 min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91072" y="18196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Console → Billing → Budgets &amp; Alerts. Set monthly cap + email alert at 50% / 90% / 100%. Sends email automatically — no code needed.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72200" y="2139696"/>
            <a:ext cx="5623560" cy="502920"/>
          </a:xfrm>
          <a:prstGeom prst="roundRect">
            <a:avLst>
              <a:gd name="adj" fmla="val 12727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21762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41A"/>
                </a:solidFill>
              </a:rPr>
              <a:t>→ OpenAI Usage Limit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058400" y="2176272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0" y="2203704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~2 min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91072" y="238658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platform.openai.com → Settings → Usage limits. Set hard monthly spend cap. Prevents runaway DALL·E or GPT charges.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72200" y="2706624"/>
            <a:ext cx="5623560" cy="502920"/>
          </a:xfrm>
          <a:prstGeom prst="roundRect">
            <a:avLst>
              <a:gd name="adj" fmla="val 12727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41A"/>
                </a:solidFill>
              </a:rPr>
              <a:t>→ AI Call Structured Log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058400" y="274320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0" y="2770632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~2 hrs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291072" y="295351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Log feature, model, tokens, cost_estimate to Django logger as JSON. Azure Application Insights picks it up automatically.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172200" y="3273552"/>
            <a:ext cx="5623560" cy="502920"/>
          </a:xfrm>
          <a:prstGeom prst="roundRect">
            <a:avLst>
              <a:gd name="adj" fmla="val 12727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33101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41A"/>
                </a:solidFill>
              </a:rPr>
              <a:t>→ Gemini Quota Dashboard Alert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058400" y="331012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58400" y="333756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~10 min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91072" y="352044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Google Cloud Console → APIs → Gemini API → Quotas → Set alert on requests-per-minute. Email fired when quota threshold crossed.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72200" y="3840480"/>
            <a:ext cx="5623560" cy="502920"/>
          </a:xfrm>
          <a:prstGeom prst="roundRect">
            <a:avLst>
              <a:gd name="adj" fmla="val 12727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91072" y="38770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41A"/>
                </a:solidFill>
              </a:rPr>
              <a:t>→ App-level rate guard (per user/endpoint)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058400" y="3877056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0" y="3904488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~1 day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291072" y="408736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Redis rate-limit middleware per AI endpoint (e.g. 10 food scans/user/day). Prevents one user from exhausting Gemini quota.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172200" y="4407408"/>
            <a:ext cx="5623560" cy="502920"/>
          </a:xfrm>
          <a:prstGeom prst="roundRect">
            <a:avLst>
              <a:gd name="adj" fmla="val 12727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91072" y="44439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41A"/>
                </a:solidFill>
              </a:rPr>
              <a:t>→ Weekly cost email summary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058400" y="4443984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58400" y="447141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~1 hr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291072" y="465429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Cron job that reads Google Cloud Billing API + OpenAI usage API and emails team a weekly cost-per-feature summary.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82880" y="5303520"/>
            <a:ext cx="11704320" cy="1298448"/>
          </a:xfrm>
          <a:prstGeom prst="roundRect">
            <a:avLst>
              <a:gd name="adj" fmla="val 4930"/>
            </a:avLst>
          </a:prstGeom>
          <a:solidFill>
            <a:srgbClr val="1A0A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2880" y="5303520"/>
            <a:ext cx="54864" cy="1298448"/>
          </a:xfrm>
          <a:prstGeom prst="rect">
            <a:avLst/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5367528"/>
            <a:ext cx="11247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AD14"/>
                </a:solidFill>
              </a:rPr>
              <a:t>🚨  Current Risk: Unlimited Spend with Zero Visibility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65760" y="56692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 bug causing looping plan generation, a compromised key, or a sudden user spike could cause unbounded Gemini/OpenAI charges with no alert firing.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Google Cloud and OpenAI have no hard cap by default — spend will continue until manually stopped or a payment fails.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55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Q9 — LAUNCH-SAFE CONTROLS VS STAGE 2 AI GATEWAY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1170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What to Do Before Launch vs What to Defer to Stage 2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1704320" cy="16459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669280" cy="5440680"/>
          </a:xfrm>
          <a:prstGeom prst="roundRect">
            <a:avLst>
              <a:gd name="adj" fmla="val 1176"/>
            </a:avLst>
          </a:prstGeom>
          <a:solidFill>
            <a:srgbClr val="0012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4864" cy="5440680"/>
          </a:xfrm>
          <a:prstGeom prst="rect">
            <a:avLst/>
          </a:prstGeom>
          <a:solidFill>
            <a:srgbClr val="52C4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C41A"/>
                </a:solidFill>
              </a:rPr>
              <a:t>🚀  Launch-Safe Minimum  (must-have)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4D4F"/>
                </a:solidFill>
              </a:rPr>
              <a:t>🔴 NOW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508760" y="157276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Rotate ExerciseDB RapidAPI key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36592" y="1581912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60934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&lt;1hr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178308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Key is in Flutter source / APK. Must rotate before any public release.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21122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4D4F"/>
                </a:solidFill>
              </a:rPr>
              <a:t>🔴 NOW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508760" y="208483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Fix gpt-4o → gpt-4o-mini (settings.py)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36592" y="2093976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12140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 min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5760" y="229514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1-line fix. Saves 94% on motivational messages immediately.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" y="26243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4D4F"/>
                </a:solidFill>
              </a:rPr>
              <a:t>🔴 NOW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508760" y="259689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Set Google Cloud billing budget alert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36592" y="2606040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63347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 min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280720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Console → Billing → Budgets. Email at 50%/90%/100% of monthly budget.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5760" y="31363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4D4F"/>
                </a:solidFill>
              </a:rPr>
              <a:t>🔴 NOW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508760" y="310896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Set OpenAI hard spend limit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36592" y="3118104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14553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 min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5760" y="331927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platform.openai.com → Usage limits. Prevents unbounded charges.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65760" y="36484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AAD14"/>
                </a:solidFill>
              </a:rPr>
              <a:t>🟡 Week 1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508760" y="362102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Catch 429 / ResourceExhausted per service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36592" y="3630168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65760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 day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65760" y="383133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Wrap Gemini calls with google.api_core.exceptions.ResourceExhausted + sleep/retry.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65760" y="41605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AAD14"/>
                </a:solidFill>
              </a:rPr>
              <a:t>🟡 Week 1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08760" y="41330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Sanitise error strings to Flutter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36592" y="4142232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416966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 hrs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5760" y="434340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Replace raw Python exceptions with safe user-facing messages in plan &amp; food scan views.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65760" y="46725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AAD14"/>
                </a:solidFill>
              </a:rPr>
              <a:t>🟡 Week 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508760" y="464515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Add basic AI call log (feature + tokens)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36592" y="4654296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468172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 hrs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65760" y="48554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Log feature_name, model, token_count to structured JSON logger per AI call.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65760" y="51846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AAD14"/>
                </a:solidFill>
              </a:rPr>
              <a:t>🟡 Week 2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508760" y="515721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Per-user rate guard on AI endpoints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36592" y="5166360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519379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 day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65760" y="53675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Redis-backed rate limit: food scan 20/day, chat 50/day per user. Prevent quota abuse.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65760" y="569671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AAD14"/>
                </a:solidFill>
              </a:rPr>
              <a:t>🟡 Week 2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508760" y="56692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Inject ExerciseDB key via dart-define (CI)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36592" y="5678424"/>
            <a:ext cx="868680" cy="237744"/>
          </a:xfrm>
          <a:prstGeom prst="roundRect">
            <a:avLst>
              <a:gd name="adj" fmla="val 23077"/>
            </a:avLst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36592" y="570585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 hrs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65760" y="587959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Remove hardcoded key, pass via --dart-define from GitHub Actions / Codemagic secrets.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035040" y="1143000"/>
            <a:ext cx="5943600" cy="5440680"/>
          </a:xfrm>
          <a:prstGeom prst="roundRect">
            <a:avLst>
              <a:gd name="adj" fmla="val 1176"/>
            </a:avLst>
          </a:prstGeom>
          <a:solidFill>
            <a:srgbClr val="0A0A22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35040" y="1143000"/>
            <a:ext cx="54864" cy="544068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118872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⚙️  Stage 2 — AI Gateway  (post-launch)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172200" y="1572768"/>
            <a:ext cx="5623560" cy="475488"/>
          </a:xfrm>
          <a:prstGeom prst="roundRect">
            <a:avLst>
              <a:gd name="adj" fmla="val 13462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91072" y="16093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→ Separate API keys per feature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291072" y="18013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GEMINI_CHAT_KEY, GEMINI_PLAN_KEY, GEMINI_FOOD_KEY — isolate quota &amp; track cost per feature independently.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172200" y="2103120"/>
            <a:ext cx="5623560" cy="475488"/>
          </a:xfrm>
          <a:prstGeom prst="roundRect">
            <a:avLst>
              <a:gd name="adj" fmla="val 13462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91072" y="21396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→ Provider-level fallback (Groq / Claude)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291072" y="23317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If Gemini API is down, route chat + plan to Groq Llama 3.3 70B automatically. Zero user impact.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172200" y="2633472"/>
            <a:ext cx="5623560" cy="475488"/>
          </a:xfrm>
          <a:prstGeom prst="roundRect">
            <a:avLst>
              <a:gd name="adj" fmla="val 13462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91072" y="267004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→ Exponential backoff with jitter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291072" y="28620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Implement tenacity or custom decorator: 3 retries, exp backoff, random jitter on 429/503.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172200" y="3163824"/>
            <a:ext cx="5623560" cy="475488"/>
          </a:xfrm>
          <a:prstGeom prst="roundRect">
            <a:avLst>
              <a:gd name="adj" fmla="val 13462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91072" y="320040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→ Celery task queue for plan generation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291072" y="339242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Heavy plan generation (multi-second) moves to async Celery task. HTTP returns job_id immediately; Flutter polls.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172200" y="3694176"/>
            <a:ext cx="5623560" cy="475488"/>
          </a:xfrm>
          <a:prstGeom prst="roundRect">
            <a:avLst>
              <a:gd name="adj" fmla="val 13462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91072" y="37307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→ AI observability platform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291072" y="392277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Helicone / Portkey / LangSmith as drop-in proxy: auto-captures tokens, cost, latency per feature. Dashboard in minutes.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172200" y="4224528"/>
            <a:ext cx="5623560" cy="475488"/>
          </a:xfrm>
          <a:prstGeom prst="roundRect">
            <a:avLst>
              <a:gd name="adj" fmla="val 13462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91072" y="426110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→ Per-feature cost budget in code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291072" y="445312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Soft budget enforced at app level: if estimated_cost_today &gt; budget_for_feature, queue or defer request.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172200" y="4754880"/>
            <a:ext cx="5623560" cy="475488"/>
          </a:xfrm>
          <a:prstGeom prst="roundRect">
            <a:avLst>
              <a:gd name="adj" fmla="val 13462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91072" y="47914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→ Streaming responses for chat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291072" y="498348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Use Gemini streaming API → SSE → Flutter. Reduces perceived latency. Improves chat UX dramatically.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172200" y="5285232"/>
            <a:ext cx="5623560" cy="475488"/>
          </a:xfrm>
          <a:prstGeom prst="roundRect">
            <a:avLst>
              <a:gd name="adj" fmla="val 13462"/>
            </a:avLst>
          </a:prstGeom>
          <a:solidFill>
            <a:srgbClr val="1A1A3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91072" y="53218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→ Prompt versioning &amp; A/B testing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291072" y="55138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Store prompts in DB with version tags. A/B test different plan prompts. Roll back on quality regression.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172200" y="5815584"/>
            <a:ext cx="5623560" cy="475488"/>
          </a:xfrm>
          <a:prstGeom prst="roundRect">
            <a:avLst>
              <a:gd name="adj" fmla="val 13462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91072" y="5852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63FF"/>
                </a:solidFill>
              </a:rPr>
              <a:t>→ Cache plan/nutrition by profile hash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291072" y="604418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99"/>
                </a:solidFill>
              </a:rPr>
              <a:t>GeminiPlanService already hashes profile. Extend TTL aggressively — plans rarely need regen. Reduce Gemini calls ~60%.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55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1170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Prioritized Action Items — All 9 Questions Addressed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1704320" cy="16459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15568"/>
            <a:ext cx="115214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1133856"/>
            <a:ext cx="1078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Priority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0" y="1115568"/>
            <a:ext cx="46634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26464" y="1133856"/>
            <a:ext cx="393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Q#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74520" y="1115568"/>
            <a:ext cx="645566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9384" y="1133856"/>
            <a:ext cx="6382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366760" y="1115568"/>
            <a:ext cx="96926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21624" y="1133856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Effort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372600" y="1115568"/>
            <a:ext cx="1655064" cy="3657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27464" y="1133856"/>
            <a:ext cx="1581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Owner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1499616"/>
            <a:ext cx="115214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1517904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4F"/>
                </a:solidFill>
              </a:rPr>
              <a:t>🔴 NOW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71600" y="1499616"/>
            <a:ext cx="46634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35608" y="1517904"/>
            <a:ext cx="374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Q3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74520" y="1499616"/>
            <a:ext cx="645566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8528" y="1517904"/>
            <a:ext cx="6364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Rotate RapidAPI ExerciseDB key (compromised in APK)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366760" y="1499616"/>
            <a:ext cx="96926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0768" y="1517904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&lt; 1 hr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372600" y="1499616"/>
            <a:ext cx="165506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36608" y="151790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Flutter dev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82880" y="1956816"/>
            <a:ext cx="115214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" y="1975104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4F"/>
                </a:solidFill>
              </a:rPr>
              <a:t>🔴 NOW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371600" y="1956816"/>
            <a:ext cx="46634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35608" y="1975104"/>
            <a:ext cx="374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Q2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74520" y="1956816"/>
            <a:ext cx="645566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38528" y="1975104"/>
            <a:ext cx="6364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Fix OPENAI_MODEL: gpt-4o → gpt-4o-mini (settings.py:398)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366760" y="1956816"/>
            <a:ext cx="96926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0768" y="1975104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5 min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372600" y="1956816"/>
            <a:ext cx="165506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36608" y="197510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Backend dev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2880" y="2414016"/>
            <a:ext cx="115214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" y="2432304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4F"/>
                </a:solidFill>
              </a:rPr>
              <a:t>🔴 NOW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371600" y="2414016"/>
            <a:ext cx="46634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35608" y="2432304"/>
            <a:ext cx="374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Q8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874520" y="2414016"/>
            <a:ext cx="645566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38528" y="2432304"/>
            <a:ext cx="6364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Set Google Cloud billing budget alert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366760" y="2414016"/>
            <a:ext cx="96926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30768" y="2432304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5 min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372600" y="2414016"/>
            <a:ext cx="165506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36608" y="243230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DevOps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82880" y="2871216"/>
            <a:ext cx="115214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" y="2889504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4F"/>
                </a:solidFill>
              </a:rPr>
              <a:t>🔴 NOW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371600" y="2871216"/>
            <a:ext cx="46634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35608" y="2889504"/>
            <a:ext cx="374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Q8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874520" y="2871216"/>
            <a:ext cx="645566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38528" y="2889504"/>
            <a:ext cx="6364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Set OpenAI hard monthly spend limit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366760" y="2871216"/>
            <a:ext cx="96926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30768" y="2889504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2 min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372600" y="2871216"/>
            <a:ext cx="1655064" cy="429768"/>
          </a:xfrm>
          <a:prstGeom prst="rect">
            <a:avLst/>
          </a:prstGeom>
          <a:solidFill>
            <a:srgbClr val="180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36608" y="288950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DevOps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82880" y="3328416"/>
            <a:ext cx="115214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6888" y="3346704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AAD14"/>
                </a:solidFill>
              </a:rPr>
              <a:t>🟡 Wk 1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371600" y="3328416"/>
            <a:ext cx="46634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35608" y="3346704"/>
            <a:ext cx="374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Q5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874520" y="3328416"/>
            <a:ext cx="64556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38528" y="3346704"/>
            <a:ext cx="6364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Catch ResourceExhausted/429 + add sleep/retry in Gemini calls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366760" y="3328416"/>
            <a:ext cx="9692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30768" y="3346704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1 day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372600" y="3328416"/>
            <a:ext cx="16550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36608" y="334670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Backend dev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82880" y="3785616"/>
            <a:ext cx="115214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6888" y="3803904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AAD14"/>
                </a:solidFill>
              </a:rPr>
              <a:t>🟡 Wk 1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371600" y="3785616"/>
            <a:ext cx="46634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435608" y="3803904"/>
            <a:ext cx="374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Q6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874520" y="3785616"/>
            <a:ext cx="64556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938528" y="3803904"/>
            <a:ext cx="6364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Sanitise raw Python exceptions from plan &amp; food scan views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366760" y="3785616"/>
            <a:ext cx="9692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30768" y="3803904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2 hrs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9372600" y="3785616"/>
            <a:ext cx="16550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36608" y="380390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Backend dev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82880" y="4242816"/>
            <a:ext cx="115214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46888" y="4261104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AAD14"/>
                </a:solidFill>
              </a:rPr>
              <a:t>🟡 Wk 1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371600" y="4242816"/>
            <a:ext cx="46634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435608" y="4261104"/>
            <a:ext cx="374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Q7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874520" y="4242816"/>
            <a:ext cx="64556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938528" y="4261104"/>
            <a:ext cx="6364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Add per-call AI log: feature, model, tokens, latency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366760" y="4242816"/>
            <a:ext cx="9692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430768" y="4261104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2 hrs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9372600" y="4242816"/>
            <a:ext cx="16550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436608" y="426110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Backend dev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82880" y="4700016"/>
            <a:ext cx="115214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46888" y="4718304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AAD14"/>
                </a:solidFill>
              </a:rPr>
              <a:t>🟡 Wk 2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371600" y="4700016"/>
            <a:ext cx="46634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435608" y="4718304"/>
            <a:ext cx="374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Q4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874520" y="4700016"/>
            <a:ext cx="64556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938528" y="4718304"/>
            <a:ext cx="6364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Per-user Redis rate guard on Gemini endpoints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8366760" y="4700016"/>
            <a:ext cx="9692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430768" y="4718304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1 day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9372600" y="4700016"/>
            <a:ext cx="16550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436608" y="471830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Backend dev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82880" y="5157216"/>
            <a:ext cx="115214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46888" y="5175504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AAD14"/>
                </a:solidFill>
              </a:rPr>
              <a:t>🟡 Wk 2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371600" y="5157216"/>
            <a:ext cx="46634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435608" y="5175504"/>
            <a:ext cx="374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Q3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874520" y="5157216"/>
            <a:ext cx="64556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938528" y="5175504"/>
            <a:ext cx="6364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Inject ExerciseDB key via dart-define in CI (Codemagic)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8366760" y="5157216"/>
            <a:ext cx="9692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430768" y="5175504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3 hrs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9372600" y="5157216"/>
            <a:ext cx="1655064" cy="429768"/>
          </a:xfrm>
          <a:prstGeom prst="rect">
            <a:avLst/>
          </a:prstGeom>
          <a:solidFill>
            <a:srgbClr val="1510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436608" y="517550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Flutter + CI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82880" y="5614416"/>
            <a:ext cx="115214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46888" y="5632704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C41A"/>
                </a:solidFill>
              </a:rPr>
              <a:t>🟢 Stage2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1371600" y="5614416"/>
            <a:ext cx="46634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435608" y="5632704"/>
            <a:ext cx="374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Q4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1874520" y="5614416"/>
            <a:ext cx="645566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938528" y="5632704"/>
            <a:ext cx="6364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Separate API keys per feature (isolate quota)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8366760" y="5614416"/>
            <a:ext cx="96926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430768" y="5632704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1 day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9372600" y="5614416"/>
            <a:ext cx="165506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436608" y="563270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DevOps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82880" y="6071616"/>
            <a:ext cx="115214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46888" y="6089904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C41A"/>
                </a:solidFill>
              </a:rPr>
              <a:t>🟢 Stage2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1371600" y="6071616"/>
            <a:ext cx="46634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435608" y="6089904"/>
            <a:ext cx="374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Q6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1874520" y="6071616"/>
            <a:ext cx="645566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938528" y="6089904"/>
            <a:ext cx="6364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Provider-level fallback: Groq for chat + plan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8366760" y="6071616"/>
            <a:ext cx="96926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430768" y="6089904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2 days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9372600" y="6071616"/>
            <a:ext cx="165506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436608" y="608990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Backend dev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182880" y="6528816"/>
            <a:ext cx="115214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46888" y="6547104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C41A"/>
                </a:solidFill>
              </a:rPr>
              <a:t>🟢 Stage2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1371600" y="6528816"/>
            <a:ext cx="46634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435608" y="6547104"/>
            <a:ext cx="374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Q7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1874520" y="6528816"/>
            <a:ext cx="645566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938528" y="6547104"/>
            <a:ext cx="6364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AI observability: Helicone or Portkey proxy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8366760" y="6528816"/>
            <a:ext cx="96926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430768" y="6547104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4 hrs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9372600" y="6528816"/>
            <a:ext cx="165506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436608" y="654710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Backend dev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182880" y="6986016"/>
            <a:ext cx="115214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46888" y="7004304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C41A"/>
                </a:solidFill>
              </a:rPr>
              <a:t>🟢 Stage2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1371600" y="6986016"/>
            <a:ext cx="46634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435608" y="7004304"/>
            <a:ext cx="374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Q6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1874520" y="6986016"/>
            <a:ext cx="645566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938528" y="7004304"/>
            <a:ext cx="6364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Celery queue for async plan generation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8366760" y="6986016"/>
            <a:ext cx="96926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430768" y="7004304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3 days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9372600" y="6986016"/>
            <a:ext cx="1655064" cy="429768"/>
          </a:xfrm>
          <a:prstGeom prst="rect">
            <a:avLst/>
          </a:prstGeom>
          <a:solidFill>
            <a:srgbClr val="001500"/>
          </a:solidFill>
          <a:ln w="5080">
            <a:solidFill>
              <a:srgbClr val="2A2A4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436608" y="7004304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</a:rPr>
              <a:t>Backend dev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55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ONE-PAGE 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38912"/>
            <a:ext cx="1170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The State of VISOR AI — At a Glance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1704320" cy="16459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143000"/>
            <a:ext cx="5715000" cy="987552"/>
          </a:xfrm>
          <a:prstGeom prst="roundRect">
            <a:avLst>
              <a:gd name="adj" fmla="val 6481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54864" cy="987552"/>
          </a:xfrm>
          <a:prstGeom prst="rect">
            <a:avLst/>
          </a:prstGeom>
          <a:solidFill>
            <a:srgbClr val="52C4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16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Q1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2161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490472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Full inventory: 7 features mapped (no AI in support flows)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2221992"/>
            <a:ext cx="5715000" cy="987552"/>
          </a:xfrm>
          <a:prstGeom prst="roundRect">
            <a:avLst>
              <a:gd name="adj" fmla="val 6481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221992"/>
            <a:ext cx="54864" cy="987552"/>
          </a:xfrm>
          <a:prstGeom prst="rect">
            <a:avLst/>
          </a:prstGeom>
          <a:solidFill>
            <a:srgbClr val="52C4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951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Q2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29514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569464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Provider/key/model: 2 keys, 3 providers, all mapped to file+line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3300984"/>
            <a:ext cx="5715000" cy="987552"/>
          </a:xfrm>
          <a:prstGeom prst="roundRect">
            <a:avLst>
              <a:gd name="adj" fmla="val 6481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3300984"/>
            <a:ext cx="54864" cy="987552"/>
          </a:xfrm>
          <a:prstGeom prst="rect">
            <a:avLst/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741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Q3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3741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648456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RapidAPI key hardcoded in Flutter APK — rotate immediately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4379976"/>
            <a:ext cx="5715000" cy="987552"/>
          </a:xfrm>
          <a:prstGeom prst="roundRect">
            <a:avLst>
              <a:gd name="adj" fmla="val 6481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379976"/>
            <a:ext cx="54864" cy="987552"/>
          </a:xfrm>
          <a:prstGeom prst="rect">
            <a:avLst/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4531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Q4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44531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727448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4 features share 1 Gemini key; 2 features share 1 OpenAI key — no quota isolation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5458968"/>
            <a:ext cx="5715000" cy="987552"/>
          </a:xfrm>
          <a:prstGeom prst="roundRect">
            <a:avLst>
              <a:gd name="adj" fmla="val 6481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458968"/>
            <a:ext cx="54864" cy="987552"/>
          </a:xfrm>
          <a:prstGeom prst="rect">
            <a:avLst/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55321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Q5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55321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5806440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No 429 handler in any AI service — all use bare except → immediate fail or raw error to client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1143000"/>
            <a:ext cx="5715000" cy="987552"/>
          </a:xfrm>
          <a:prstGeom prst="roundRect">
            <a:avLst>
              <a:gd name="adj" fmla="val 6481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1143000"/>
            <a:ext cx="54864" cy="987552"/>
          </a:xfrm>
          <a:prstGeom prst="rect">
            <a:avLst/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1216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Q6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12161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1490472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Model fallback exists; provider fallback/backoff/queue do not. Motivations: excellent. Others: minimal.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2221992"/>
            <a:ext cx="5715000" cy="987552"/>
          </a:xfrm>
          <a:prstGeom prst="roundRect">
            <a:avLst>
              <a:gd name="adj" fmla="val 6481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221992"/>
            <a:ext cx="54864" cy="987552"/>
          </a:xfrm>
          <a:prstGeom prst="rect">
            <a:avLst/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2951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Q7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12280" y="229514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2569464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Zero token/cost logging anywhere. response.usage never read. Cost is completely unattributable.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3300984"/>
            <a:ext cx="5715000" cy="987552"/>
          </a:xfrm>
          <a:prstGeom prst="roundRect">
            <a:avLst>
              <a:gd name="adj" fmla="val 6481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3300984"/>
            <a:ext cx="54864" cy="987552"/>
          </a:xfrm>
          <a:prstGeom prst="rect">
            <a:avLst/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3741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Q8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12280" y="337413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🔴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9360" y="3648456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No budget caps, no spend alerts. Unlimited charges possible with zero notification.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26480" y="4379976"/>
            <a:ext cx="5715000" cy="987552"/>
          </a:xfrm>
          <a:prstGeom prst="roundRect">
            <a:avLst>
              <a:gd name="adj" fmla="val 6481"/>
            </a:avLst>
          </a:prstGeom>
          <a:solidFill>
            <a:srgbClr val="141428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4379976"/>
            <a:ext cx="54864" cy="987552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44531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Q9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12280" y="44531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09360" y="4727448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4 NOW actions (&lt; 30 min total). 5 Week-1 actions. 4 Stage-2 items post-launch.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82880" y="6473952"/>
            <a:ext cx="11704320" cy="274320"/>
          </a:xfrm>
          <a:prstGeom prst="roundRect">
            <a:avLst>
              <a:gd name="adj" fmla="val 23333"/>
            </a:avLst>
          </a:prstGeom>
          <a:solidFill>
            <a:srgbClr val="0A0A14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6492240"/>
            <a:ext cx="11338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99"/>
                </a:solidFill>
              </a:rPr>
              <a:t>🔴 4 items require action before any public release  ·  🟡 5 items for Week 1  ·  🟢 4 items for Stage 2 AI Gateway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2026-09-03T22:21:08Z</dcterms:created>
  <dcterms:modified xsi:type="dcterms:W3CDTF">2026-09-03T22:21:08Z</dcterms:modified>
</cp:coreProperties>
</file>